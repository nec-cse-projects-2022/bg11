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(try to answer what it is, why it is,  and what is  (are) existing problems, why the problem is so important to discuss; may cite in the footer)</a:t>
          </a: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3184" y="2635044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7974" y="2635044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92308" y="2512087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1612491" y="5057953"/>
            <a:ext cx="9173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Title:Deep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Stroke Detect: Optimizing Stroke Risk Prediction Using SMOTEENN and Transfer Learning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633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Name:Nazeema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Shaik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Authors:Nazeema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Shaik, Sireesha Moturi, Sai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Tupakula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Akhila Parella, Sandhya Diddi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Affiliation:Department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CSE,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College, Andhra Pradesh, India</a:t>
            </a: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4855-2422-AC96-3591-86B2582C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144990"/>
            <a:ext cx="9688296" cy="372777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CFB501-4E01-3A8A-1B8F-D2E90A8FB5C9}"/>
              </a:ext>
            </a:extLst>
          </p:cNvPr>
          <p:cNvSpPr txBox="1"/>
          <p:nvPr/>
        </p:nvSpPr>
        <p:spPr>
          <a:xfrm>
            <a:off x="1136398" y="2271252"/>
            <a:ext cx="61974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Stroke is a severe medical condition that occurs when the brain’s blood supply is disrupted, leading to the death of brain cells within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remains one of the top global causes of death and long-term disability, highlighting the urgent need for early risk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systems often fail to predict stroke accurately due to imbalanced and incomplete healthcare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this, we propose a hybrid Deep Neural Network integrated with Transfer Learning (TL-DNN) to improve stroke risk prediction using the Kaggle Stroke Dataset containing 43,400 records.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42DA8E-0B99-319E-9713-6AEDBF734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336" y="2144563"/>
            <a:ext cx="3972232" cy="35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482442" cy="123828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D229-4B71-397C-F958-74987BFA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804220"/>
            <a:ext cx="9915061" cy="4395019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stroke prediction datasets are often highly imbalanced and noisy, leading to poor performance in traditional diagnostic and machine learning models.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imbalances cause models to favor non-stroke predictions, resulting in missed early warnings and high false negatives.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approaches fail to generalize due to missing data, limited training samples, and lack of robust preprocessing.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growing need for an automated, accurate, and early prediction system that can support doctors in identifying high-risk patients.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challenge, our study integrates SMOTEENN, which simultaneously balances and cleans the dataset for improved data quality.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Transfer Learning–based Deep Neural Network (TL-DNN) is applied to leverage pre-trained healthcare knowledge and enhance model learning.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achieves 95.24% accuracy and 95.52% F1-score, demonstrating superior performance and reliability for real-world stroke prediction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120302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994A-0005-9834-FF33-01297617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1838848"/>
            <a:ext cx="10238337" cy="4517130"/>
          </a:xfrm>
        </p:spPr>
        <p:txBody>
          <a:bodyPr anchor="t">
            <a:norm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Tanaka et al. (2024): Used LSTM with real-time wearable sensor data and achieved 92% accuracy. However, their work did not handle imbalanced datasets, which reduced its reliability.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 et al. (2024): Proposed an IoT-based Bi-LSTM model for continuous stroke monitoring with 93% accuracy, but it failed to generalize across different types of patient data.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et al. (2024): Applied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Kaggle Stroke Dataset and achieved 94% accuracy, but the model struggled with data imbalance and limited deep feature learning.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Seva et al. (2024): Used SMOTEENN with a Random Forest classifier for liver disease prediction, proving that balanced data improves accuracy. However, this method was not applied to stroke prediction using deep learning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fail to handle imbalanced and noisy medical data, leading to inaccurate stroke predictions.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previous research has combined SMOTEENN data balancing with Transfer Learning–based Deep Neural Networks (TL-DNN) for stroke prediction.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229913" cy="561668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A930-5FD7-9109-8AD9-8DB421492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190793"/>
            <a:ext cx="6811849" cy="56672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BMI values and encoded categorical features (gender, job type).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z-score normalization to maintain consistent data scaling.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Balancing: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adds synthetic stroke samples to balance the dataset.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ENN removes noisy and overlapping data to improve quality.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Learning–Based DNN: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Deep Neural Network (128 &amp; 64 neurons,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Dropout 20%).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pre-trained healthcare weights with Adam optimizer and Binary Cross-Entropy loss for efficient learning.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&amp; Evaluation: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10-fold stratified cross-validation for stable testing.</a:t>
            </a:r>
          </a:p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 Data Preprocessing  →  SMOTEENN  →  TL-DNN Model  →  </a:t>
            </a:r>
            <a:r>
              <a:rPr lang="en-US" sz="1700" dirty="0"/>
              <a:t>Evaluation Metrics</a:t>
            </a:r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8A722-024D-4893-CC5C-1336DB26292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948247" y="1190793"/>
            <a:ext cx="3653818" cy="499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5"/>
            <a:ext cx="9688296" cy="943750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3CE3-EF7F-7526-FB77-DC22209B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32" y="1578291"/>
            <a:ext cx="9688296" cy="4699391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🖥️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 Windows 10 OS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: Intel Core i5 Processor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: 8 GB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: Not used (CPU mode training)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💾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: Python 3.x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: TensorFlow,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Libraries : NumPy, Pandas, Matplotlib, Scikit-learn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Performance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high accuracy and low false negatives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model generalization through SMOTEENN and Transfer Learning</a:t>
            </a:r>
            <a:br>
              <a:rPr lang="en-US" sz="2000" dirty="0"/>
            </a:br>
            <a:endParaRPr lang="en-IN" sz="2000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5"/>
            <a:ext cx="8282907" cy="64008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612FD9-A40D-0EEE-8CAF-7AFC59F0F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67" y="5044281"/>
            <a:ext cx="5181600" cy="1302294"/>
          </a:xfr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D2286-1730-167B-8B21-352C2E7DDB8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390252" y="1151514"/>
            <a:ext cx="3647861" cy="1993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9054E-BE04-264F-4458-6780972C16C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425068" y="3776156"/>
            <a:ext cx="3832868" cy="199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1F2A0F-B496-45AF-AFDB-5EC75E5C29BC}"/>
              </a:ext>
            </a:extLst>
          </p:cNvPr>
          <p:cNvSpPr txBox="1"/>
          <p:nvPr/>
        </p:nvSpPr>
        <p:spPr>
          <a:xfrm>
            <a:off x="934064" y="1356852"/>
            <a:ext cx="60271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1️⃣ </a:t>
            </a:r>
            <a:r>
              <a:rPr lang="en-IN" b="1" dirty="0"/>
              <a:t>Performance Metrics Table: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proposed TL-DNN achieved 95.24% accuracy, 93.87% precision, 97.22% recall, 95.52% F1-score, and 0.95 ROC-AUC, showing superior predictive performance.</a:t>
            </a:r>
          </a:p>
          <a:p>
            <a:r>
              <a:rPr lang="en-IN" dirty="0"/>
              <a:t>2️⃣ </a:t>
            </a:r>
            <a:r>
              <a:rPr lang="en-IN" b="1" dirty="0"/>
              <a:t>Confusion Matrix: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Demonstrates strong classification capability with high true positives and minimal false negatives, confirming the model’s reliability in identifying stroke cases.</a:t>
            </a:r>
          </a:p>
          <a:p>
            <a:r>
              <a:rPr lang="en-IN" dirty="0"/>
              <a:t>3️⃣ </a:t>
            </a:r>
            <a:r>
              <a:rPr lang="en-IN" b="1" dirty="0"/>
              <a:t>ROC Curve: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ROC curve area (AUC = 0.95) indicates excellent discrimination ability between stroke and non-stroke classes, proving robust model generalization.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44DD87-B842-6A2C-4C19-828CE130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3061-9DB8-9679-86B0-883EB331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730464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SMOTEENN + TL-DNN model successfully predicts stroke risk with high accuracy and stability.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efficiently handles imbalanced healthcare data, reducing false negatives and improving detection of stroke-prone patients.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95.24% accuracy  outperforming existing CNN, ANN, and DNN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SMOTEENN balancing and Transfer Learning proved effective for improving data quality and model generalization.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MRI and CT imaging data for multimodal stroke prediction (text + image features).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study to multi-hospital or cross-country datasets for stronger generalization and real-world validation.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C3E1B-2D96-9495-0F03-77621D50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056C1-5074-4528-7D7D-4A4071A5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910E-7C5B-2153-7E05-D1B777D40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Y. Tanaka, “Real-time stroke prediction using wearable sensor data and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networks,”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Park, “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-enabled stroke monitoring and prediction using bi-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model,”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S. Ali, “Stroke prediction using feature selection and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dataset,” in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Health Informatics (ICHI)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S. L.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Jagannadham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L.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Sireesha, “Brain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using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Fifth International Conference on I-SMAC (IoT in Social, Mobile, Analytics and Cloud) (I-SMAC)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Palladam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India, 2021, pp. 734–739.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A. Seva, S. N. Tirumala Rao, and M. Sireesha, “Prediction of liver disease with random forest classifier through smote-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balancing,” in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IEEE 13th International Conference on Communication Systems and Network Technologies (CSNT)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Jabalpur, India, 2024, pp. 928–933.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Improvements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English and grammar throughout the paper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Improvements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all figures and tables with high resolution, readable version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comprehensive evaluation using Accuracy, Precision, Recall, F1-Score, and ROC-AUC, with detailed comparison to CNN, ANN, and DNN models.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results and discussions with clearer visuals and metric tables.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improvements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 the redundant content and refined with equations for the clarity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1231</Words>
  <Application>Microsoft Office PowerPoint</Application>
  <PresentationFormat>Widescreen</PresentationFormat>
  <Paragraphs>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shaik nazeema</cp:lastModifiedBy>
  <cp:revision>8</cp:revision>
  <dcterms:created xsi:type="dcterms:W3CDTF">2025-10-21T04:39:10Z</dcterms:created>
  <dcterms:modified xsi:type="dcterms:W3CDTF">2025-10-31T16:02:30Z</dcterms:modified>
</cp:coreProperties>
</file>